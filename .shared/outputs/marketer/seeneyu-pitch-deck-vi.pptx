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59E0B"/>
                </a:solidFill>
                <a:latin typeface="Calibri"/>
              </a:defRPr>
            </a:pPr>
            <a:r>
              <a:t>seeneyu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E8E8F0"/>
                </a:solidFill>
                <a:latin typeface="Calibri"/>
              </a:defRPr>
            </a:pPr>
            <a:r>
              <a:t>Huan luyen giao tiep bang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8F8FAD"/>
                </a:solidFill>
                <a:latin typeface="Calibri"/>
              </a:defRPr>
            </a:pPr>
            <a:r>
              <a:t>Xem → Quan sat → Bat chuoc → Phan hoi AI → Lap 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8FAD"/>
                </a:solidFill>
                <a:latin typeface="Calibri"/>
              </a:defRPr>
            </a:pPr>
            <a:r>
              <a:t>seeneyu.vercel.app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303520"/>
            <a:ext cx="39319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349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D0D14"/>
                </a:solidFill>
                <a:latin typeface="Calibri"/>
              </a:defRPr>
            </a:pPr>
            <a:r>
              <a:t>SEED ROUND — $1.5M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PeeTeeAI JSC  |  www.peetees.ai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Van 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9E0B"/>
                </a:solidFill>
                <a:latin typeface="Calibri"/>
              </a:defRPr>
            </a:pPr>
            <a:r>
              <a:t>55% thong diep truyen tai qua ngon ngu co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F8FAD"/>
                </a:solidFill>
                <a:latin typeface="Calibri"/>
              </a:defRPr>
            </a:pPr>
            <a:r>
              <a:t>— Albert Mehrabian, 1967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Ky nang giao tiep phi ngon ngu rat quan trong nhung hau nhu khong duoc day bai ban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Doc sach khong tao phan xa co bap — can thuc hanh lap di lap lai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Xem lai ban than tren Zoom khong co cau truc, khong co phan hoi cu the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Khong co nen tang nao chuyen ve luyen tap ngon ngu co the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Lam viec tu xa khien giao tiep phi ngon ngu kho doc hon bao gio het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303520"/>
            <a:ext cx="365760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9E0B"/>
                </a:solidFill>
                <a:latin typeface="Calibri"/>
              </a:defRPr>
            </a:pPr>
            <a:r>
              <a:t>$370 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806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chi cho dao tao doanh nghiep toan cau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Giai phap: seeneyu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8F0"/>
                </a:solidFill>
                <a:latin typeface="Calibri"/>
              </a:defRPr>
            </a:pPr>
            <a:r>
              <a:t>Nen tang huan luyen giao tiep bang AI dau tien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9E0B"/>
                </a:solidFill>
                <a:latin typeface="Calibri"/>
              </a:defRPr>
            </a:pPr>
            <a:r>
              <a:t>su dung Hollywood lam hinh mau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1. XEM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Xem clip tu phim</a:t>
            </a:r>
            <a:br/>
            <a:r>
              <a:t>kinh dien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59E0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2608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2. QUAN 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Phan tich ky thuat</a:t>
            </a:r>
            <a:br/>
            <a:r>
              <a:t>qua Observation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59E0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2608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3. BAT CHUOC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Quay video ban than</a:t>
            </a:r>
            <a:br/>
            <a:r>
              <a:t>luyen tap ky nang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59E0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926080"/>
            <a:ext cx="2011680" cy="20116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4. PHAN HOI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GPT-4o Vision</a:t>
            </a:r>
            <a:br/>
            <a:r>
              <a:t>cham diem chi tiet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66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59E0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92608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5. LAP LAI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Thuc hanh den khi</a:t>
            </a:r>
            <a:br/>
            <a:r>
              <a:t>thanh thao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8F8FAD"/>
                </a:solidFill>
                <a:latin typeface="Calibri"/>
              </a:defRPr>
            </a:pPr>
            <a:r>
              <a:t>"Think Duolingo cho ngon ngu co the, duoc GPT-4o Vision ho tro"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Cach hoat dong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Calibri"/>
              </a:defRPr>
            </a:pPr>
            <a:r>
              <a:t>VONG LAP HOC 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1. Duyet thu vien 100+ bai hoc tu phim kinh dien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2. Xem clip YouTube voi huong dan quan sat chi tiet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3. Luyen tap theo buoc nho (Micro-Practice, 30 giay moi buoc)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4. Quay video qua webcam, AI phan tich khung hinh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5. Nhan diem so + goi y cu the de cai thien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6. Lam lai cho den khi thanh thao → chuyen bai tiep theo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Calibri"/>
              </a:defRPr>
            </a:pPr>
            <a:r>
              <a:t>ARCADE — THU THACH NHANH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Thu thach bieu cam khuon mat trong 10 giay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Thu thach cu chi co the theo mau tham chieu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GPT-4o Vision so sanh va cham diem 0–100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30+ thu thach chia thanh cac bo de (bundles)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Phu hop de khoi dong hoac luyen nhanh moi ngay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Gamification: diem so, tien trinh, phan thuong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Tinh nang chinh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Foundation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3 khoa hoc nen tang (Giong noi, Ngon tu, Ngon ngu co the)</a:t>
            </a:r>
            <a:br/>
            <a:r>
              <a:t>moi khoa 10+ bai, ly thuyet + video YouTube + quiz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Thu vien 100+ Bai hoc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Clip tu phim kinh dien, phan loai theo 5 ky nang</a:t>
            </a:r>
            <a:br/>
            <a:r>
              <a:t>Observation Guide + Micro-Practice Steps cho moi clip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Arcade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Thu thach nhanh 10 giay — bieu cam &amp; cu chi</a:t>
            </a:r>
            <a:br/>
            <a:r>
              <a:t>Cham diem AI so sanh voi hinh mau tham chieu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AI Coaching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GPT-4o Vision phan tich khung hinh video</a:t>
            </a:r>
            <a:br/>
            <a:r>
              <a:t>Phan hoi chi tiet: diem so + ke hoach hanh dong cu the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Lo trinh ca nhan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Danh gia 5 ky nang khi onboarding</a:t>
            </a:r>
            <a:br/>
            <a:r>
              <a:t>He thong goi y bai hoc theo trinh 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114800"/>
            <a:ext cx="3566160" cy="210312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Admin CMS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8FAD"/>
                </a:solidFill>
                <a:latin typeface="Calibri"/>
              </a:defRPr>
            </a:pPr>
            <a:r>
              <a:t>Quan ly clip, crawl YouTube tu dong, AI scoring</a:t>
            </a:r>
            <a:br/>
            <a:r>
              <a:t>Import ZIP, quan ly arcade, analytics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Cong nghe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8F0"/>
                </a:solidFill>
                <a:latin typeface="Calibri"/>
              </a:defRPr>
            </a:pPr>
            <a:r>
              <a:t>Ket hop AI tien tien nhat de tao trai nghiem huan luyen doc nhat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AI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GPT-4o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Phan tich ngon ngu co the</a:t>
            </a:r>
            <a:br/>
            <a:r>
              <a:t>tu khung hinh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Whisper STT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632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Nhan dien giong noi</a:t>
            </a:r>
            <a:br/>
            <a:r>
              <a:t>cho bai tap vocal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OpenAI 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632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Phat am phan hoi</a:t>
            </a:r>
            <a:br/>
            <a:r>
              <a:t>cua Coach Ney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9456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Client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MediaPipe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632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ML phia client</a:t>
            </a:r>
            <a:br/>
            <a:r>
              <a:t>phat hien khuon mat/cu chi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805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App Router, TypeScript</a:t>
            </a:r>
            <a:br/>
            <a:r>
              <a:t>Server Components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38912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4805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Neon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257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Co so du lieu</a:t>
            </a:r>
            <a:br/>
            <a:r>
              <a:t>qua Prisma 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38912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4805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Vercel Blob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257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Luu tru video</a:t>
            </a:r>
            <a:br/>
            <a:r>
              <a:t>guoi dung tam thoi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38912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44805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F8FAD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YouTube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257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Thu vien video clip</a:t>
            </a:r>
            <a:br/>
            <a:r>
              <a:t>khong tu host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Coach Ney — Tro ly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8F8FAD"/>
                </a:solidFill>
                <a:latin typeface="Calibri"/>
              </a:defRPr>
            </a:pPr>
            <a:r>
              <a:t>Tinh nang moi — M28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8F0"/>
                </a:solidFill>
                <a:latin typeface="Calibri"/>
              </a:defRPr>
            </a:pPr>
            <a:r>
              <a:t>Tro ly AI ho tro giong noi, dong hanh cung hoc vien trong moi bai hoc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30352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TINH NANG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Chat van ban voi AI — streaming response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Ghi am giong noi qua micro (Whisper STT)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AI tra loi bang giong noi (Text-to-Speech)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Hieu ngu canh bai hoc/arcade hien tai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Goi y nhanh (suggestion chips) de hoi AI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Nhac nho khi hoc vien im lang 60s/120s (idle nudge)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●  </a:t>
            </a:r>
            <a:r>
              <a:rPr sz="1400">
                <a:solidFill>
                  <a:srgbClr val="E8E8F0"/>
                </a:solidFill>
                <a:latin typeface="Calibri"/>
              </a:rPr>
              <a:t>Nut amber phat sang goc phai man hinh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40"/>
            <a:ext cx="484632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GIOI HAN THEO GOI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017520"/>
            <a:ext cx="4297680" cy="8229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0632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Basic (Mien phi)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429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5 tin nhan/ngay, chi van 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023360"/>
            <a:ext cx="4297680" cy="8229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069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434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50 tin nhan/ngay + giong noi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029200"/>
            <a:ext cx="4297680" cy="8229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5074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440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Khong gioi han + giong noi + VIP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Cong dong hoc tap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8F8FAD"/>
                </a:solidFill>
                <a:latin typeface="Calibri"/>
              </a:defRPr>
            </a:pPr>
            <a:r>
              <a:t>Tinh nang moi — M27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8F0"/>
                </a:solidFill>
                <a:latin typeface="Calibri"/>
              </a:defRPr>
            </a:pPr>
            <a:r>
              <a:t>Thao luan va chia se kinh nghiem ngay trong bai hoc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Binh luan &amp; tra loi tren moi bai hoc Foundation va thu thach Arcade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Flat threading (1 cap tra loi) — don gian, de doc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Chinh sua binh luan trong 15 phut, xoa bat ky luc nao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Admin kiem duyet: an/hien binh luan vi pham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Rate limiting: toi da 5 binh luan/phut chong spam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Bao mat XSS: lam sach moi input dau vao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E8E8F0"/>
                </a:solidFill>
                <a:latin typeface="Calibri"/>
              </a:rPr>
              <a:t>Avatar mau tu dong theo userId — 5 bien the mau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377440"/>
            <a:ext cx="365760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9E0B"/>
                </a:solidFill>
                <a:latin typeface="Calibri"/>
              </a:defRPr>
            </a:pPr>
            <a:r>
              <a:t>UX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9260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CommentThread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└─ CommentCard (user, time)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    └─ Reply cards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└─ CommentForm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Tich hop truc tiep vao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trang bai hoc &amp; arcade</a:t>
            </a:r>
          </a:p>
          <a:p>
            <a:pPr>
              <a:spcAft>
                <a:spcPts val="650"/>
              </a:spcAft>
              <a:defRPr sz="1300" b="0">
                <a:solidFill>
                  <a:srgbClr val="E8E8F0"/>
                </a:solidFill>
                <a:latin typeface="Calibri"/>
              </a:defRPr>
            </a:pPr>
            <a:r>
              <a:t>→ Khong can roi trang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Mo hinh kinh doanh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56616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59E0B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8E8F0"/>
                </a:solidFill>
                <a:latin typeface="Calibri"/>
              </a:defRPr>
            </a:pPr>
            <a:r>
              <a:t>Mien phi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Duyet thu vien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3 thu thach arcade/loai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Video 5 giay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Phan hoi AI ngan 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Coach Ney: 5 tin/ngay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4754880"/>
          </a:xfrm>
          <a:prstGeom prst="roundRect">
            <a:avLst/>
          </a:prstGeom>
          <a:solidFill>
            <a:srgbClr val="1616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64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D0D14"/>
                </a:solidFill>
                <a:latin typeface="Calibri"/>
              </a:defRPr>
            </a:pPr>
            <a:r>
              <a:t>PHO BIEN NHAT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59E0B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8E8F0"/>
                </a:solidFill>
                <a:latin typeface="Calibri"/>
              </a:defRPr>
            </a:pPr>
            <a:r>
              <a:t>$12/thang hoac $99/nam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Tat ca noi dung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Tat ca Arcade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Video 30 giay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Phan hoi AI day 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Coach Ney: 50 tin + giong noi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Lo trinh hoc ca nhan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645920"/>
            <a:ext cx="356616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59E0B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8E8F0"/>
                </a:solidFill>
                <a:latin typeface="Calibri"/>
              </a:defRPr>
            </a:pPr>
            <a:r>
              <a:t>$24/thang hoac $199/nam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Tat ca tinh nang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Video 3 phut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Bai hoc VIP doc quyen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Bao cao thang tu Coach Ney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Coach Ney: khong gioi han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✓  Uu tien ho 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F8FAD"/>
                </a:solidFill>
                <a:latin typeface="Calibri"/>
              </a:defRPr>
            </a:pPr>
            <a:r>
              <a:t>B2B / Teams: $8/nguoi/thang  |  Enterprise: Gia tuy chinh voi SCORM/LMS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Thi truong muc tieu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F8FAD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$30 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Thi truong dao tao chuyen nghiep</a:t>
            </a:r>
            <a:br/>
            <a:r>
              <a:t>&amp; coaching toan cau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F8FAD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$8 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Nen tang ky nang chuyen nghiep</a:t>
            </a:r>
            <a:br/>
            <a:r>
              <a:t>truyen tuyen (US + Chau Au)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F8FAD"/>
                </a:solidFill>
                <a:latin typeface="Calibri"/>
              </a:defRPr>
            </a:pPr>
            <a:r>
              <a:t>SOM (3 nam)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34D399"/>
                </a:solidFill>
                <a:latin typeface="Calibri"/>
              </a:defRPr>
            </a:pPr>
            <a:r>
              <a:t>$120 TRIEU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100K nguoi dung tra phi</a:t>
            </a:r>
            <a:br/>
            <a:r>
              <a:t>ARR trung binh $100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DOI TUONG MUC TIEU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8E8F0"/>
                </a:solidFill>
                <a:latin typeface="Calibri"/>
              </a:defRPr>
            </a:pPr>
            <a:r>
              <a:t>●  Chuyen gia &amp; quan 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    Trinh bay, thuong luong, lanh dao cuoc 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8E8F0"/>
                </a:solidFill>
                <a:latin typeface="Calibri"/>
              </a:defRPr>
            </a:pPr>
            <a:r>
              <a:t>●  Sinh vien &amp; nguoi moi di 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    Phong van xin viec, networking, giao tiep noi bo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8E8F0"/>
                </a:solidFill>
                <a:latin typeface="Calibri"/>
              </a:defRPr>
            </a:pPr>
            <a:r>
              <a:t>●  Dien gia &amp; giang vien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    Dien thuyet, giang day, thuyet trinh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8E8F0"/>
                </a:solidFill>
                <a:latin typeface="Calibri"/>
              </a:defRPr>
            </a:pPr>
            <a:r>
              <a:t>●  Sales &amp; CSKH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    Giao tiep voi khach hang, xu ly tinh huong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675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8E8F0"/>
                </a:solidFill>
                <a:latin typeface="Calibri"/>
              </a:defRPr>
            </a:pPr>
            <a:r>
              <a:t>●  Nguoi tim viec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49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FAD"/>
                </a:solidFill>
                <a:latin typeface="Calibri"/>
              </a:defRPr>
            </a:pPr>
            <a:r>
              <a:t>    Chuan bi phong van, the hien su tu tin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840480"/>
            <a:ext cx="45720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THI TRUONG DIA 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3891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Giai doan 1: Viet Nam (tieng Viet)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Giai doan 2: Dong Nam A (tieng Anh)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Giai doan 3: Toan cau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73% nha tuyen dung noi ky nang mem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quan trong nhu ky nang chuyen mon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(LinkedIn 2023)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Lo trinh phat trien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HOAN THANH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59E0B"/>
                </a:solidFill>
                <a:latin typeface="Calibri"/>
              </a:defRPr>
            </a:pPr>
            <a:r>
              <a:t>M0–M6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574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MVP: Setup, Design, Data Pipeline, Library UI, Coaching Loop, AI Feedback,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41448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59E0B"/>
                </a:solidFill>
                <a:latin typeface="Calibri"/>
              </a:defRPr>
            </a:pPr>
            <a:r>
              <a:t>M7–M8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414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Auth System + Admin CMS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25496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59E0B"/>
                </a:solidFill>
                <a:latin typeface="Calibri"/>
              </a:defRPr>
            </a:pPr>
            <a:r>
              <a:t>M10–M13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254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Script-Aware Coaching, Observation Guide, Micro-Practice, Onboarding + Learning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9544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59E0B"/>
                </a:solidFill>
                <a:latin typeface="Calibri"/>
              </a:defRPr>
            </a:pPr>
            <a:r>
              <a:t>M14–M16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0954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100+ Lessons, Foundation Courses, Content Automation (Crawl + AI Score)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4D399"/>
                </a:solidFill>
                <a:latin typeface="Calibri"/>
              </a:defRPr>
            </a:pPr>
            <a:r>
              <a:t>DA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87952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D399"/>
                </a:solidFill>
                <a:latin typeface="Calibri"/>
              </a:defRPr>
            </a:pPr>
            <a:r>
              <a:t>M17–M18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8795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Library UX Refresh + Brand Refresh (PeeTeeAI)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72000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D399"/>
                </a:solidFill>
                <a:latin typeface="Calibri"/>
              </a:defRPr>
            </a:pPr>
            <a:r>
              <a:t>M19–M20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5720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Arcade Zone + Screenplay Crawl + ZIP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56048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60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D399"/>
                </a:solidFill>
                <a:latin typeface="Calibri"/>
              </a:defRPr>
            </a:pPr>
            <a:r>
              <a:t>M21–M23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560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Arcade Admin + User Analytics + Feature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40096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400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D399"/>
                </a:solidFill>
                <a:latin typeface="Calibri"/>
              </a:defRPr>
            </a:pPr>
            <a:r>
              <a:t>M24–M25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3400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Access Control + Subscription Plans (PayPal + VNPay)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070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0A5FA"/>
                </a:solidFill>
                <a:latin typeface="Calibri"/>
              </a:defRPr>
            </a:pPr>
            <a:r>
              <a:t>DANG PHAT TRIEN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6318504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3185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0A5FA"/>
                </a:solidFill>
                <a:latin typeface="Calibri"/>
              </a:defRPr>
            </a:pPr>
            <a:r>
              <a:t>M26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63185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Dang ky voi phe duyet Admin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6702552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702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0A5FA"/>
                </a:solidFill>
                <a:latin typeface="Calibri"/>
              </a:defRPr>
            </a:pPr>
            <a:r>
              <a:t>M27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670255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Discussions — Binh luan &amp; Tra loi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7086600"/>
            <a:ext cx="128016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7086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0A5FA"/>
                </a:solidFill>
                <a:latin typeface="Calibri"/>
              </a:defRPr>
            </a:pPr>
            <a:r>
              <a:t>M28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70866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8F0"/>
                </a:solidFill>
                <a:latin typeface="Calibri"/>
              </a:defRPr>
            </a:pPr>
            <a:r>
              <a:t>Coach Ney — Tro ly AI giong noi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F8FAD"/>
                </a:solidFill>
                <a:latin typeface="Calibri"/>
              </a:defRPr>
            </a:pPr>
            <a:r>
              <a:t>28 milestones — xay dung boi doi ngu AI-augmented trong duoi 30 ngay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Doi ngu phat trien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8F0"/>
                </a:solidFill>
                <a:latin typeface="Calibri"/>
              </a:defRPr>
            </a:pPr>
            <a:r>
              <a:t>Multi-Agent AI Development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F8FAD"/>
                </a:solidFill>
                <a:latin typeface="Calibri"/>
              </a:defRPr>
            </a:pPr>
            <a:r>
              <a:t>Mo hinh phat trien doc dao: doi ngu AI chuyen biet phoi hop qua giao thuc tin hieu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69747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Project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Dieu phoi milestone, quyet dinh, trang thai du 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56032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269747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UX/UI specs, design system, component specs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3640" y="269747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Backend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Auth, API, database, AI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56032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98280" y="269747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Data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YouTube pipeline, screenplay parser, du lieu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Builder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Git, deploy Vercel, Neon DB, infrastructure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48056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2900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645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Tester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Test cases, bug reports, quality assurance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48056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6364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645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Reporter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Activity logs, documentation, knowledge 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4480560"/>
            <a:ext cx="265176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98280" y="4617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46451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D0D14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Marketer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120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E8E8F0"/>
                </a:solidFill>
                <a:latin typeface="Calibri"/>
              </a:defRPr>
            </a:pPr>
            <a:r>
              <a:t>Pitch deck, brand voice, go-to-market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F8FAD"/>
                </a:solidFill>
                <a:latin typeface="Calibri"/>
              </a:defRPr>
            </a:pPr>
            <a:r>
              <a:t>Ho tro boi: PeeTeeAI JSC  |  www.peetees.ai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Loi the canh tranh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0D14"/>
                </a:solidFill>
                <a:latin typeface="Calibri"/>
              </a:defRPr>
            </a:pPr>
            <a:r>
              <a:t>Doi thu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32004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0D14"/>
                </a:solidFill>
                <a:latin typeface="Calibri"/>
              </a:defRPr>
            </a:pPr>
            <a:r>
              <a:t>Ho lam 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0D14"/>
                </a:solidFill>
                <a:latin typeface="Calibri"/>
              </a:defRPr>
            </a:pPr>
            <a:r>
              <a:t>Loi the cua seeneyu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2286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Udemy / Coursera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148840"/>
            <a:ext cx="32004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240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Khoa hoc 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50292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240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Calibri"/>
              </a:defRPr>
            </a:pPr>
            <a:r>
              <a:t>Xem thu dong vs Thuc hanh chu dong voi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22860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Toastmasters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788920"/>
            <a:ext cx="32004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880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Coaching nhom truc tiep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50292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880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Calibri"/>
              </a:defRPr>
            </a:pPr>
            <a:r>
              <a:t>Co 24/7, khong can dat lich, AI-powered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2286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Yoodli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429000"/>
            <a:ext cx="32004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AI phan hoi giong noi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29000"/>
            <a:ext cx="50292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520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Calibri"/>
              </a:defRPr>
            </a:pPr>
            <a:r>
              <a:t>Chi giong noi; seeneyu = TOAN BO ngon ngu co the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69079"/>
            <a:ext cx="22860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6051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LinkedIn Learning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069079"/>
            <a:ext cx="32004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160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Noi dung ky nang chuyen nghiep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69079"/>
            <a:ext cx="5029200" cy="594360"/>
          </a:xfrm>
          <a:prstGeom prst="roundRect">
            <a:avLst/>
          </a:prstGeom>
          <a:solidFill>
            <a:srgbClr val="16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4160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Calibri"/>
              </a:defRPr>
            </a:pPr>
            <a:r>
              <a:t>Khong vong luyen tap, khong phan hoi ca nhan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2286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Speeko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4709160"/>
            <a:ext cx="32004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4800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E8E8F0"/>
                </a:solidFill>
                <a:latin typeface="Calibri"/>
              </a:defRPr>
            </a:pPr>
            <a:r>
              <a:t>App luyen noi truoc cong chung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709160"/>
            <a:ext cx="50292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4800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4D399"/>
                </a:solidFill>
                <a:latin typeface="Calibri"/>
              </a:defRPr>
            </a:pPr>
            <a:r>
              <a:t>Chi giong noi, khong body language, khong AI Vision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59E0B"/>
                </a:solidFill>
                <a:latin typeface="Calibri"/>
              </a:defRPr>
            </a:pPr>
            <a:r>
              <a:t>KHAC BIET DUY NHAT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E8E8F0"/>
                </a:solidFill>
                <a:latin typeface="Calibri"/>
              </a:defRPr>
            </a:pPr>
            <a:r>
              <a:t>seeneyu la nen tang duy nhat ket hop: (1) Trinh dien chuyen gia tu tinh huong thuc</a:t>
            </a:r>
            <a:br/>
            <a:r>
              <a:t>(2) Thuc hanh quay video chu dong  (3) Phan hoi AI da phuong thuc ve ngon ngu co the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Tam nhin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8E8F0"/>
                </a:solidFill>
                <a:latin typeface="Calibri"/>
              </a:defRPr>
            </a:pPr>
            <a:r>
              <a:t>Tro thanh nen tang #1 ve huan luyen giao tiep</a:t>
            </a:r>
            <a:br/>
            <a:r>
              <a:t>tai Dong Nam A va toan 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200+ bai hoc tu phim kinh dien &amp; noi dung goc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Ung dung mobile (iOS + Android) voi streak system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B2B: Tich hop SCORM/LMS cho doanh nghiep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Data flywheel: cang nhieu nguoi dung → AI cang thong minh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59E0B"/>
                </a:solidFill>
                <a:latin typeface="Calibri"/>
              </a:rPr>
              <a:t>●  </a:t>
            </a:r>
            <a:r>
              <a:rPr sz="1700">
                <a:solidFill>
                  <a:srgbClr val="E8E8F0"/>
                </a:solidFill>
                <a:latin typeface="Calibri"/>
              </a:rPr>
              <a:t>Mo rong ra: giao tiep van hoa, phong van, dien thuyet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502920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59E0B"/>
                </a:solidFill>
                <a:latin typeface="Calibri"/>
              </a:defRPr>
            </a:pPr>
            <a:r>
              <a:t>GOI VON SEED: $1.5M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8E8F0"/>
                </a:solidFill>
                <a:latin typeface="Calibri"/>
              </a:defRPr>
            </a:pPr>
            <a:r>
              <a:t>40% Noi dung (mo rong 200+ clip, noi dung goc)</a:t>
            </a:r>
          </a:p>
          <a:p>
            <a:pPr>
              <a:spcAft>
                <a:spcPts val="600"/>
              </a:spcAft>
              <a:defRPr sz="1200" b="0">
                <a:solidFill>
                  <a:srgbClr val="E8E8F0"/>
                </a:solidFill>
                <a:latin typeface="Calibri"/>
              </a:defRPr>
            </a:pPr>
            <a:r>
              <a:t>30% San pham (mobile app, social features)</a:t>
            </a:r>
          </a:p>
          <a:p>
            <a:pPr>
              <a:spcAft>
                <a:spcPts val="600"/>
              </a:spcAft>
              <a:defRPr sz="1200" b="0">
                <a:solidFill>
                  <a:srgbClr val="E8E8F0"/>
                </a:solidFill>
                <a:latin typeface="Calibri"/>
              </a:defRPr>
            </a:pPr>
            <a:r>
              <a:t>20% Marketing (SEO, influencer, B2B sales)</a:t>
            </a:r>
          </a:p>
          <a:p>
            <a:pPr>
              <a:spcAft>
                <a:spcPts val="600"/>
              </a:spcAft>
              <a:defRPr sz="1200" b="0">
                <a:solidFill>
                  <a:srgbClr val="E8E8F0"/>
                </a:solidFill>
                <a:latin typeface="Calibri"/>
              </a:defRPr>
            </a:pPr>
            <a:r>
              <a:t>10% Van hanh (phap ly, infra, CSKH)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029200"/>
            <a:ext cx="5029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Calibri"/>
              </a:defRPr>
            </a:pPr>
            <a:r>
              <a:t>LIEN 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5778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PeeTeeAI JSC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Web: www.peetees.ai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App: seeneyu.vercel.app</a:t>
            </a:r>
          </a:p>
          <a:p>
            <a:pPr>
              <a:spcAft>
                <a:spcPts val="700"/>
              </a:spcAft>
              <a:defRPr sz="1400" b="0">
                <a:solidFill>
                  <a:srgbClr val="E8E8F0"/>
                </a:solidFill>
                <a:latin typeface="Calibri"/>
              </a:defRPr>
            </a:pPr>
            <a:r>
              <a:t>Email: contact@peetees.ai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8F8FAD"/>
                </a:solidFill>
                <a:latin typeface="Calibri"/>
              </a:defRPr>
            </a:pPr>
            <a:r>
              <a:t>"Trong moi can phong quan trong — ngon ngu co the la vu khi bi mat cua ban."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