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seeneyu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great performers. Become one.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body language coaching platform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seeneyu.vercel.app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—  $1.5M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852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PeeTeeAI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of communication is body language.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there is no way to practice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read books, watch TED Talks, attend workshops — then forget everything in a week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$370B spent on corporate training globally — yet soft skills ROI is unmeasurable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hiring failures are due to poor soft skills, not technical ability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employers rank communication as the #1 skill they look for</a:t>
            </a:r>
            <a:endParaRPr lang="en-US" sz="16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Duolingo for body language. No gym. No structured practice system.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669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every high-stakes room — job interviews, board meetings, investor pitches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body speaks before you do."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seeneyu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AI-powered body language coaching platform.</a:t>
            </a:r>
            <a:endParaRPr lang="en-US" sz="2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Hollywood's greatest performers.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3131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curated Hollywood clips demonstrating a specific skill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5603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3131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3291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breakdown: what to look for, when, and 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25603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3131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72200" y="3291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your webcam. Mimic the behavior. 10–30 seconds.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686800" y="2560320"/>
            <a:ext cx="2286000" cy="2011680"/>
          </a:xfrm>
          <a:prstGeom prst="roundRect">
            <a:avLst>
              <a:gd name="adj" fmla="val 6818"/>
            </a:avLst>
          </a:prstGeom>
          <a:solidFill>
            <a:srgbClr val="13131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23960" y="3291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 coaching scored across 5 dimensions — specific to the second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 until the skill becomes muscle memory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— Live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seeneyu.vercel.app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Curated Clips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38 films across 5 skill categories and 3 difficulty levels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Engine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body mesh + GPT-4o Vision → frame-level coaching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Courses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courses, 30 lessons with theory, video examples, and quizzes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29184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4290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 Zone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quick challenges — facial expression &amp; gesture practice with instant scoring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Micro-Practice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303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skill breakdown with 30-second focused recordings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475488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53035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assessment → personalized skill progression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$30B+ professional development market with zero body language practice products.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2743200" cy="2743200"/>
          </a:xfrm>
          <a:prstGeom prst="ellipse">
            <a:avLst/>
          </a:prstGeom>
          <a:solidFill>
            <a:srgbClr val="1C1C2E"/>
          </a:solidFill>
          <a:ln w="25400">
            <a:solidFill>
              <a:srgbClr val="5C5C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professional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coaching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2423160"/>
            <a:ext cx="2103120" cy="2103120"/>
          </a:xfrm>
          <a:prstGeom prst="ellipse">
            <a:avLst/>
          </a:prstGeom>
          <a:solidFill>
            <a:srgbClr val="13131E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professional skills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 + Western Europe)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2697480"/>
            <a:ext cx="1554480" cy="1554480"/>
          </a:xfrm>
          <a:prstGeom prst="ellipse">
            <a:avLst/>
          </a:prstGeom>
          <a:solidFill>
            <a:srgbClr val="0D0D14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paid users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 avg ARR (3yr)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2024, Statista Corporate Training Report 2024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— B2C first, expanding to B2B and Enterprise.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09728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5720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5s recordings, limited feedback, 3 arcade challenges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30s recordings, full AI feedback, all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professionals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$29/mo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3min recordings, VIP content, monthly coach summary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SCORM/LMS, analytics, bulk seats, 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L&amp;D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~$100 blended ARR · &lt;$5 AI cost per user/month · &gt;80% gross margin at scale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seeneyu is the only product combining active practice + AI feedback + full body language.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4572000" cy="2057400"/>
          </a:xfrm>
          <a:prstGeom prst="rect">
            <a:avLst/>
          </a:prstGeom>
          <a:solidFill>
            <a:srgbClr val="13131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2011680"/>
            <a:ext cx="4572000" cy="20574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4069080"/>
            <a:ext cx="4572000" cy="20574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4069080"/>
            <a:ext cx="4572000" cy="2057400"/>
          </a:xfrm>
          <a:prstGeom prst="rect">
            <a:avLst/>
          </a:prstGeom>
          <a:solidFill>
            <a:srgbClr val="13131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Body Language ←                                          → Speech Only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22860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Practice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Feedback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0" y="50292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Content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Practice)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seeneyu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2926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Yoodli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0" y="33832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3657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Speeko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3840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4754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0" y="53949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Toastmasters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3131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B2C Growth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 + tech press coverage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marketing: body language tips on TikTok, YouTube, LinkedIn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SEO: "body language practice", "AI communication coach"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 (career coaches, public speaking creators)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3131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B2B Pilots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to L&amp;D teams at mid-market companies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use case (objection handling, presence)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analytics dashboard + manager reporting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from Phase 1 power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4572000"/>
          </a:xfrm>
          <a:prstGeom prst="roundRect">
            <a:avLst>
              <a:gd name="adj" fmla="val 2632"/>
            </a:avLst>
          </a:prstGeom>
          <a:solidFill>
            <a:srgbClr val="13131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12–24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SCORM/LMS integration for enterprise LMS platforms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content creation for company-specific scenarios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compliance, dedicated support tier</a:t>
            </a:r>
            <a:endParaRPr lang="en-US" sz="1200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 (localized clips, multi-language)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product. Full feature set. Built in &lt;30 days.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Clips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films, 5 skills, 3 levels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Foundation courses with quizzes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Arcade Challenges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with AI scoring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61120" y="219456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3131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377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9611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Shipped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11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 in &lt;30 days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12 Months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2026: Access control + subscription tiers (Basic/Standard/Advanced)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2026: Mobile app (iOS + Android), streak system, social features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2026: Enterprise pilots, SCORM integration, custom content tools</a:t>
            </a:r>
            <a:endParaRPr lang="en-US" sz="13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3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2027: 200+ clips, international expansion, Series A preparation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Defensibility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architecture with a data flywheel.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3131E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facial landmarks + full body skeletal mesh from webcam frames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3131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interprets body language against coaching rubrics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3131E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+ AI relevance scoring discovers training clips at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33832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13131E"/>
          </a:solidFill>
          <a:ln w="19050">
            <a:solidFill>
              <a:srgbClr val="9898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stack: App Router, PostgreSQL, Vercel edge deployment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→ More recordings → Better labeled body language data → Better AI models → Better feedback → More users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recording session generates labeled training data: user video + AI scoring + self-assessment.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proprietary dataset is the long-term moat — no generic model will replicate 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+ AI-native development. Proof that one person with the right tools can build a full product.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194560"/>
            <a:ext cx="7315200" cy="2011680"/>
          </a:xfrm>
          <a:prstGeom prst="roundRect">
            <a:avLst>
              <a:gd name="adj" fmla="val 6818"/>
            </a:avLst>
          </a:prstGeom>
          <a:solidFill>
            <a:srgbClr val="13131E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468880"/>
            <a:ext cx="1097280" cy="1097280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4688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0" y="2377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Hoang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using AI to unlock human potential in communication.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seeneyu end-to-end with an AI-augmented development team in &lt;30 days.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AI-Augmented Development Team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52120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— orchestrates milestones, decisions, and sprint planning</a:t>
            </a:r>
            <a:endParaRPr lang="en-US" sz="11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— UI/UX specs, design system, component specifications</a:t>
            </a:r>
            <a:endParaRPr lang="en-US" sz="11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 — full-stack implementation, API design, database</a:t>
            </a:r>
            <a:endParaRPr lang="en-US" sz="11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content curation, YouTube API pipeline, curriculum</a:t>
            </a:r>
            <a:endParaRPr lang="en-US" sz="11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— QA sign-off on every milestone before release</a:t>
            </a:r>
            <a:endParaRPr lang="en-US" sz="11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— Git, CI/CD, Vercel deployment,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Financial Projections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645920"/>
          <a:ext cx="914400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210312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0D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898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$495K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Burn Rate (monthly)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4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80% gross margin, $5 avg AI cost/user/mo, B2B avg contract $20K ARR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— $1.5M Seed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$1.5M to scale content, launch mobile, and drive early growth.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389120" cy="54864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3774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(40%)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2377440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377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(30%)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2377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(20%)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332720" y="237744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(40%)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200+ clips, hire content curator, license partnerships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(30%)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 + Android), streak system, social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(20%)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influencer partnerships, B2B outbound, Product Hunt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3291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(10%)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0" y="4114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infrastructure, customer support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Series A (18 months)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3949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paid users with &gt;60% monthly retention</a:t>
            </a:r>
            <a:endParaRPr lang="en-US" sz="12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 ARR with positive unit economics</a:t>
            </a:r>
            <a:endParaRPr lang="en-US" sz="12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enterprise pilots converting to annual contracts</a:t>
            </a:r>
            <a:endParaRPr lang="en-US" sz="1200" dirty="0"/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lang="en-US" sz="12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launched with 4.5+ App Store rating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seeneyu becomes the Duolingo of interpersonal skills.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is just the beginning.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74320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926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9260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body language coaching from Hollywood clips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7432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840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Negotiation, leadership presence, cross-cultural communication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274320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754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Enterprise L&amp;D platform with custom scenario creation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2743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669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5669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standard for interpersonal skills training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every high-stakes room, your body speaks before you do.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platform that teaches it to speak with confidence."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PeeTeeAI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seeneyu — Seed Round</dc:title>
  <dc:subject>seeneyu Seed Round Pitch Deck</dc:subject>
  <dc:creator>seeneyu / PeeTeeAI</dc:creator>
  <cp:lastModifiedBy>seeneyu / PeeTeeAI</cp:lastModifiedBy>
  <cp:revision>1</cp:revision>
  <dcterms:created xsi:type="dcterms:W3CDTF">2026-03-25T00:54:53Z</dcterms:created>
  <dcterms:modified xsi:type="dcterms:W3CDTF">2026-03-25T00:54:53Z</dcterms:modified>
</cp:coreProperties>
</file>