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65735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seeneyu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great performers. Become one.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474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AI-powered body language coaching platform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seeneyu.vercel.app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53035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 —  $1.5M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5852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PeeTeeAI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097280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24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communication is body language.</a:t>
            </a:r>
            <a:endParaRPr lang="en-US" sz="2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24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there is no way to practice it.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6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Professionals read books, watch TED Talks, attend workshops — then forget everything in a week</a:t>
            </a:r>
            <a:endParaRPr lang="en-US" sz="16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6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$370B spent on corporate training globally — yet soft skills ROI is unmeasurable</a:t>
            </a:r>
            <a:endParaRPr lang="en-US" sz="16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6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of hiring failures are due to poor soft skills, not technical ability</a:t>
            </a:r>
            <a:endParaRPr lang="en-US" sz="16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6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 of employers rank communication as the #1 skill they look for</a:t>
            </a:r>
            <a:endParaRPr lang="en-US" sz="16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6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Duolingo for body language. No gym. No structured practice system.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56692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 every high-stakes room — job interviews, board meetings, investor pitches —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body speaks before you do."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— seeneyu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097280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AI-powered body language coaching platform.</a:t>
            </a:r>
            <a:endParaRPr lang="en-US" sz="20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from Hollywood's greatest performers.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560320"/>
            <a:ext cx="2286000" cy="2011680"/>
          </a:xfrm>
          <a:prstGeom prst="roundRect">
            <a:avLst>
              <a:gd name="adj" fmla="val 6818"/>
            </a:avLst>
          </a:prstGeom>
          <a:solidFill>
            <a:srgbClr val="13131E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743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329184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curated Hollywood clips demonstrating a specific skill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17520" y="32918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383280" y="2560320"/>
            <a:ext cx="2286000" cy="2011680"/>
          </a:xfrm>
          <a:prstGeom prst="roundRect">
            <a:avLst>
              <a:gd name="adj" fmla="val 6818"/>
            </a:avLst>
          </a:prstGeom>
          <a:solidFill>
            <a:srgbClr val="13131E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2743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20440" y="329184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AI-guided breakdown: what to look for, when, and why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0" y="32918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035040" y="2560320"/>
            <a:ext cx="2286000" cy="2011680"/>
          </a:xfrm>
          <a:prstGeom prst="roundRect">
            <a:avLst>
              <a:gd name="adj" fmla="val 6818"/>
            </a:avLst>
          </a:prstGeom>
          <a:solidFill>
            <a:srgbClr val="13131E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5040" y="2743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172200" y="329184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 your webcam. Mimic the behavior. 10–30 seconds.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321040" y="32918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686800" y="2560320"/>
            <a:ext cx="2286000" cy="2011680"/>
          </a:xfrm>
          <a:prstGeom prst="roundRect">
            <a:avLst>
              <a:gd name="adj" fmla="val 6818"/>
            </a:avLst>
          </a:prstGeom>
          <a:solidFill>
            <a:srgbClr val="13131E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0" y="2743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823960" y="329184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AI coaching scored across 5 dimensions — specific to the second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4937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 Repeat until the skill becomes muscle memory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— Live Today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097280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seeneyu.vercel.app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5303520" cy="1188720"/>
          </a:xfrm>
          <a:prstGeom prst="roundRect">
            <a:avLst>
              <a:gd name="adj" fmla="val 7692"/>
            </a:avLst>
          </a:prstGeom>
          <a:solidFill>
            <a:srgbClr val="13131E"/>
          </a:solidFill>
          <a:ln w="12700">
            <a:solidFill>
              <a:srgbClr val="1C1C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659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65+ Curated Clips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38 films across 5 skill categories and 3 difficulty levels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828800"/>
            <a:ext cx="5303520" cy="1188720"/>
          </a:xfrm>
          <a:prstGeom prst="roundRect">
            <a:avLst>
              <a:gd name="adj" fmla="val 7692"/>
            </a:avLst>
          </a:prstGeom>
          <a:solidFill>
            <a:srgbClr val="13131E"/>
          </a:solidFill>
          <a:ln w="12700">
            <a:solidFill>
              <a:srgbClr val="1C1C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9659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Feedback Engine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0" y="23774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 body mesh + GPT-4o Vision → frame-level coaching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5303520" cy="1188720"/>
          </a:xfrm>
          <a:prstGeom prst="roundRect">
            <a:avLst>
              <a:gd name="adj" fmla="val 7692"/>
            </a:avLst>
          </a:prstGeom>
          <a:solidFill>
            <a:srgbClr val="13131E"/>
          </a:solidFill>
          <a:ln w="12700">
            <a:solidFill>
              <a:srgbClr val="1C1C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4290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Courses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3840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courses, 30 lessons with theory, video examples, and quizzes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3291840"/>
            <a:ext cx="5303520" cy="1188720"/>
          </a:xfrm>
          <a:prstGeom prst="roundRect">
            <a:avLst>
              <a:gd name="adj" fmla="val 7692"/>
            </a:avLst>
          </a:prstGeom>
          <a:solidFill>
            <a:srgbClr val="13131E"/>
          </a:solidFill>
          <a:ln w="12700">
            <a:solidFill>
              <a:srgbClr val="1C1C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34290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Arcade Zone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0" y="3840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quick challenges — facial expression &amp; gesture practice with instant scoring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754880"/>
            <a:ext cx="5303520" cy="1188720"/>
          </a:xfrm>
          <a:prstGeom prst="roundRect">
            <a:avLst>
              <a:gd name="adj" fmla="val 7692"/>
            </a:avLst>
          </a:prstGeom>
          <a:solidFill>
            <a:srgbClr val="13131E"/>
          </a:solidFill>
          <a:ln w="12700">
            <a:solidFill>
              <a:srgbClr val="1C1C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892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Micro-Practice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1520" y="53035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skill breakdown with 30-second focused recordings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26480" y="4754880"/>
            <a:ext cx="5303520" cy="1188720"/>
          </a:xfrm>
          <a:prstGeom prst="roundRect">
            <a:avLst>
              <a:gd name="adj" fmla="val 7692"/>
            </a:avLst>
          </a:prstGeom>
          <a:solidFill>
            <a:srgbClr val="13131E"/>
          </a:solidFill>
          <a:ln w="12700">
            <a:solidFill>
              <a:srgbClr val="1C1C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0" y="4892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Path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0" y="53035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assessment → personalized skill progression dashboard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097280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$30B+ professional development market with zero body language practice products.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2103120"/>
            <a:ext cx="2743200" cy="2743200"/>
          </a:xfrm>
          <a:prstGeom prst="ellipse">
            <a:avLst/>
          </a:prstGeom>
          <a:solidFill>
            <a:srgbClr val="1C1C2E"/>
          </a:solidFill>
          <a:ln w="25400">
            <a:solidFill>
              <a:srgbClr val="5C5C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2651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71600" y="3017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88720" y="35661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professional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&amp; coaching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977640" y="2423160"/>
            <a:ext cx="2103120" cy="2103120"/>
          </a:xfrm>
          <a:prstGeom prst="ellipse">
            <a:avLst/>
          </a:prstGeom>
          <a:solidFill>
            <a:srgbClr val="13131E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0" y="2651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0" y="3017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$8B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931920" y="35661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professional skills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 + Western Europe)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95160" y="2697480"/>
            <a:ext cx="1554480" cy="1554480"/>
          </a:xfrm>
          <a:prstGeom prst="ellipse">
            <a:avLst/>
          </a:prstGeom>
          <a:solidFill>
            <a:srgbClr val="0D0D14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0" y="2651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858000" y="3017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675120" y="35661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 paid users</a:t>
            </a:r>
            <a:endParaRPr lang="en-US" sz="1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~$100 avg ARR (3yr)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5943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Grand View Research 2024, Statista Corporate Training Report 2024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097280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subscription — B2C first, expanding to B2B and Enterprise.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10972800" cy="26517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D0D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F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D0D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F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D0D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F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D0D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F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4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9898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5s recordings, limited feedback, 3 arcade challenges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9898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 users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4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$12/mo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9898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30s recordings, full AI feedback, all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9898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professionals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4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$29/mo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9898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3min recordings, VIP content, monthly coach summary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9898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users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4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9898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SCORM/LMS, analytics, bulk seats, SSO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9898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L&amp;D teams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4"/>
          <p:cNvSpPr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economics: ~$100 blended ARR · &lt;$5 AI cost per user/month · &gt;80% gross margin at scale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097280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seeneyu is the only product combining active practice + AI feedback + full body language.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371600" y="2011680"/>
            <a:ext cx="4572000" cy="2057400"/>
          </a:xfrm>
          <a:prstGeom prst="rect">
            <a:avLst/>
          </a:prstGeom>
          <a:solidFill>
            <a:srgbClr val="13131E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0" y="2011680"/>
            <a:ext cx="4572000" cy="2057400"/>
          </a:xfrm>
          <a:prstGeom prst="rect">
            <a:avLst/>
          </a:prstGeom>
          <a:solidFill>
            <a:srgbClr val="1C1C2E"/>
          </a:solidFill>
          <a:ln/>
        </p:spPr>
      </p:sp>
      <p:sp>
        <p:nvSpPr>
          <p:cNvPr id="8" name="Shape 6"/>
          <p:cNvSpPr/>
          <p:nvPr/>
        </p:nvSpPr>
        <p:spPr>
          <a:xfrm>
            <a:off x="1371600" y="4069080"/>
            <a:ext cx="4572000" cy="2057400"/>
          </a:xfrm>
          <a:prstGeom prst="rect">
            <a:avLst/>
          </a:prstGeom>
          <a:solidFill>
            <a:srgbClr val="1C1C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0" y="4069080"/>
            <a:ext cx="4572000" cy="2057400"/>
          </a:xfrm>
          <a:prstGeom prst="rect">
            <a:avLst/>
          </a:prstGeom>
          <a:solidFill>
            <a:srgbClr val="13131E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6217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Body Language ←                                          → Speech Only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0" y="228600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Practice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AI Feedback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0" y="502920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Content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Practice)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468880" y="25603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seeneyu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0" y="29260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Yoodli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0" y="33832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0" y="36576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Speeko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0" y="3840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Orai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0" y="47548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Udemy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601200" y="539496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Toastmasters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 Strategy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097280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474720" cy="4572000"/>
          </a:xfrm>
          <a:prstGeom prst="roundRect">
            <a:avLst>
              <a:gd name="adj" fmla="val 2632"/>
            </a:avLst>
          </a:prstGeom>
          <a:solidFill>
            <a:srgbClr val="13131E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B2C Growth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1–6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3108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z="12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Hunt launch + tech press coverage</a:t>
            </a:r>
            <a:endParaRPr lang="en-US" sz="1200" dirty="0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z="12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marketing: body language tips on TikTok, YouTube, LinkedIn</a:t>
            </a:r>
            <a:endParaRPr lang="en-US" sz="1200" dirty="0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z="12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SEO: "body language practice", "AI communication coach"</a:t>
            </a:r>
            <a:endParaRPr lang="en-US" sz="1200" dirty="0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z="12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Influencer partnerships (career coaches, public speaking creators)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474720" cy="4572000"/>
          </a:xfrm>
          <a:prstGeom prst="roundRect">
            <a:avLst>
              <a:gd name="adj" fmla="val 2632"/>
            </a:avLst>
          </a:prstGeom>
          <a:solidFill>
            <a:srgbClr val="13131E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16459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B2B Pilots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80560" y="2103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6–12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80560" y="2560320"/>
            <a:ext cx="3108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z="12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to L&amp;D teams at mid-market companies</a:t>
            </a:r>
            <a:endParaRPr lang="en-US" sz="1200" dirty="0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z="12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enablement use case (objection handling, presence)</a:t>
            </a:r>
            <a:endParaRPr lang="en-US" sz="1200" dirty="0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z="12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analytics dashboard + manager reporting</a:t>
            </a:r>
            <a:endParaRPr lang="en-US" sz="1200" dirty="0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z="12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studies from Phase 1 power users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38160" y="1463040"/>
            <a:ext cx="3474720" cy="4572000"/>
          </a:xfrm>
          <a:prstGeom prst="roundRect">
            <a:avLst>
              <a:gd name="adj" fmla="val 2632"/>
            </a:avLst>
          </a:prstGeom>
          <a:solidFill>
            <a:srgbClr val="13131E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6459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Enterprise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21040" y="2103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12–24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321040" y="2560320"/>
            <a:ext cx="3108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z="12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SCORM/LMS integration for enterprise LMS platforms</a:t>
            </a:r>
            <a:endParaRPr lang="en-US" sz="1200" dirty="0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z="12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content creation for company-specific scenarios</a:t>
            </a:r>
            <a:endParaRPr lang="en-US" sz="1200" dirty="0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z="12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SSO, compliance, dedicated support tier</a:t>
            </a:r>
            <a:endParaRPr lang="en-US" sz="1200" dirty="0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US" sz="12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expansion (localized clips, multi-language)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 &amp; Milestones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097280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product. Full feature set. Built in &lt;30 days.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13131E"/>
          </a:solidFill>
          <a:ln w="12700">
            <a:solidFill>
              <a:srgbClr val="1C1C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377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65+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Clips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3832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films, 5 skills, 3 levels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219456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13131E"/>
          </a:solidFill>
          <a:ln w="12700">
            <a:solidFill>
              <a:srgbClr val="1C1C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2377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291840" y="30175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91840" y="33832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Foundation courses with quizzes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219456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13131E"/>
          </a:solidFill>
          <a:ln w="12700">
            <a:solidFill>
              <a:srgbClr val="1C1C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2377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126480" y="30175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Arcade Challenges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26480" y="33832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practice with AI scoring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961120" y="219456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13131E"/>
          </a:solidFill>
          <a:ln w="12700">
            <a:solidFill>
              <a:srgbClr val="1C1C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0" y="2377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8961120" y="30175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Shipped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1120" y="33832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product in &lt;30 days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389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12 Months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3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2026: Access control + subscription tiers (Basic/Standard/Advanced)</a:t>
            </a:r>
            <a:endParaRPr lang="en-US" sz="13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3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2026: Mobile app (iOS + Android), streak system, social features</a:t>
            </a:r>
            <a:endParaRPr lang="en-US" sz="13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3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2026: Enterprise pilots, SCORM integration, custom content tools</a:t>
            </a:r>
            <a:endParaRPr lang="en-US" sz="13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3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2027: 200+ clips, international expansion, Series A preparation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&amp; Defensibility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097280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architecture with a data flywheel.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13131E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478 facial landmarks + full body skeletal mesh from webcam frames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201168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13131E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21488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Vision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0" y="25603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AI interprets body language against coaching rubrics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13131E"/>
          </a:solidFill>
          <a:ln w="19050">
            <a:solidFill>
              <a:srgbClr val="0891B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520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Pipeline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39319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API + AI relevance scoring discovers training clips at scale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338328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13131E"/>
          </a:solidFill>
          <a:ln w="19050">
            <a:solidFill>
              <a:srgbClr val="9898B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3520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+ Prisma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0" y="39319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stack: App Router, PostgreSQL, Vercel edge deployment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754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Flywheel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5212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users → More recordings → Better labeled body language data → Better AI models → Better feedback → More users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recording session generates labeled training data: user video + AI scoring + self-assessment.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proprietary dataset is the long-term moat — no generic model will replicate it.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097280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founder + AI-native development. Proof that one person with the right tools can build a full product.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2194560"/>
            <a:ext cx="7315200" cy="2011680"/>
          </a:xfrm>
          <a:prstGeom prst="roundRect">
            <a:avLst>
              <a:gd name="adj" fmla="val 6818"/>
            </a:avLst>
          </a:prstGeom>
          <a:solidFill>
            <a:srgbClr val="13131E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0" y="2468880"/>
            <a:ext cx="1097280" cy="1097280"/>
          </a:xfrm>
          <a:prstGeom prst="ellipse">
            <a:avLst/>
          </a:prstGeom>
          <a:solidFill>
            <a:srgbClr val="B45309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0" y="246888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114800" y="23774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Hoang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114800" y="28346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0" y="329184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Passionate about using AI to unlock human potential in communication.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seeneyu end-to-end with an AI-augmented development team in &lt;30 days.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754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AI-Augmented Development Team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521208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1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Manager — orchestrates milestones, decisions, and sprint planning</a:t>
            </a:r>
            <a:endParaRPr lang="en-US" sz="11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1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— UI/UX specs, design system, component specifications</a:t>
            </a:r>
            <a:endParaRPr lang="en-US" sz="11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1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Engineer — full-stack implementation, API design, database</a:t>
            </a:r>
            <a:endParaRPr lang="en-US" sz="11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1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 — content curation, YouTube API pipeline, curriculum</a:t>
            </a:r>
            <a:endParaRPr lang="en-US" sz="11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1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— QA sign-off on every milestone before release</a:t>
            </a:r>
            <a:endParaRPr lang="en-US" sz="11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1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 — Git, CI/CD, Vercel deployment, infrastructure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Financial Projections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097280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1645920"/>
          <a:ext cx="9144000" cy="35204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F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D0D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F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D0D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F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D0D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F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4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Users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4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4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4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ARR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4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4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4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4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4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$495K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4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$2.5M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4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B2B Revenue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9898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4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4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BB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Revenue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BB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$495K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BB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BB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3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4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Burn Rate (monthly)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4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4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$120K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4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1C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9436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assumptions: 80% gross margin, $5 avg AI cost/user/mo, B2B avg contract $20K ARR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— $1.5M Seed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097280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$1.5M to scale content, launch mobile, and drive early growth.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4389120" cy="548640"/>
          </a:xfrm>
          <a:prstGeom prst="roundRect">
            <a:avLst>
              <a:gd name="adj" fmla="val 8333"/>
            </a:avLst>
          </a:prstGeom>
          <a:solidFill>
            <a:srgbClr val="FBBF2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377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0D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(40%)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2377440"/>
            <a:ext cx="3291840" cy="548640"/>
          </a:xfrm>
          <a:prstGeom prst="roundRect">
            <a:avLst>
              <a:gd name="adj" fmla="val 8333"/>
            </a:avLst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237744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0D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(30%)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38160" y="2377440"/>
            <a:ext cx="2194560" cy="548640"/>
          </a:xfrm>
          <a:prstGeom prst="roundRect">
            <a:avLst>
              <a:gd name="adj" fmla="val 8333"/>
            </a:avLst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8138160" y="23774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0D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(20%)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332720" y="2377440"/>
            <a:ext cx="1097280" cy="548640"/>
          </a:xfrm>
          <a:prstGeom prst="roundRect">
            <a:avLst>
              <a:gd name="adj" fmla="val 8333"/>
            </a:avLst>
          </a:prstGeom>
          <a:solidFill>
            <a:srgbClr val="0891B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(40%)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$600K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" y="41148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200+ clips, hire content curator, license partnerships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9184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(30%)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9184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$450K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291840" y="41148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 (iOS + Android), streak system, social features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(20%)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12648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$300K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126480" y="41148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SEO, influencer partnerships, B2B outbound, Product Hunt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6112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(10%)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96112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$150K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961120" y="41148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infrastructure, customer support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Series A (18 months)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5394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2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10,000+ paid users with &gt;60% monthly retention</a:t>
            </a:r>
            <a:endParaRPr lang="en-US" sz="12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2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$2M+ ARR with positive unit economics</a:t>
            </a:r>
            <a:endParaRPr lang="en-US" sz="12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2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 enterprise pilots converting to annual contracts</a:t>
            </a:r>
            <a:endParaRPr lang="en-US" sz="1200" dirty="0"/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lang="en-US" sz="12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 launched with 4.5+ App Store rating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097280" cy="36576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5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seeneyu becomes the Duolingo of interpersonal skills.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language is just the beginning.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274320" cy="54864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9260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60320" y="292608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body language coaching from Hollywood clips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840480"/>
            <a:ext cx="27432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8404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60320" y="384048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Negotiation, leadership presence, cross-cultural communication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4754880"/>
            <a:ext cx="274320" cy="5486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47548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560320" y="475488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Enterprise L&amp;D platform with custom scenario creation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5669280"/>
            <a:ext cx="274320" cy="5486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56692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560320" y="566928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4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standard for interpersonal skills training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44880" y="6126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 every high-stakes room, your body speaks before you do.</a:t>
            </a:r>
            <a:endParaRPr lang="en-US" sz="14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989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building the platform that teaches it to speak with confidence."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</TotalTime>
  <Words>1308</Words>
  <Application>Microsoft Office PowerPoint</Application>
  <PresentationFormat>Widescreen</PresentationFormat>
  <Paragraphs>256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PeeTeeAI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seeneyu — Seed Round</dc:title>
  <dc:subject>seeneyu Seed Round Pitch Deck</dc:subject>
  <dc:creator>seeneyu / PeeTeeAI</dc:creator>
  <cp:lastModifiedBy>Hai Hoang</cp:lastModifiedBy>
  <cp:revision>2</cp:revision>
  <dcterms:created xsi:type="dcterms:W3CDTF">2026-03-25T00:54:53Z</dcterms:created>
  <dcterms:modified xsi:type="dcterms:W3CDTF">2026-03-25T06:50:02Z</dcterms:modified>
</cp:coreProperties>
</file>